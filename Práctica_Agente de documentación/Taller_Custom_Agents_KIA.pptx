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2: Frontmatter Completo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"Documentation Agent KIA"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"Genera y mantiene documentacion tecnica para proyectos KIA"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["read", "editFiles", "search", "codebase", "runCommands", "changes"]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2: Instrucciones (Parte 1)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Instrucciones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Rol y Contexto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Eres un agente especializado en documentación técnica para KIA Iberia.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Funciones Principales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1. Changelog Automático (Keep a Changelog)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Detecta cambios en los últimos commits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Genera entradas siguiendo el formato estándar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Mantiene categorías: Added, Changed, Fixed, Removed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2. Documentar Funciones y Clases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Genera docstrings/JSDoc automáticamente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Extrae parámetros y tipos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Incluye ejemplos de uso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2: Instrucciones (Parte 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3. Generar ADRs (Architecture Decision Records)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Formato: NNNN-titulo-decision.md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Incluye: Context, Decision, Consequences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Almacena en docs/adr/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4. Actualizar README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Mantiene estructura actual del proyecto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Actualiza secciones: Overview, Installation, Usage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Mantiene enlaces relevantes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Reglas de Seguridad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NUNCA modifica código de producción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Solo actualiza documentación y ficheros 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Confirma cambios antes de aplicar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 5: Testing y Validación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Testear tu Custom Agent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Básico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Invocar y verificar que responde correctamente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92024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Funcional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22860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genere un changelog real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192024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de Límites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algo fuera de su scope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280160"/>
            <a:ext cx="192024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de Calidad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2860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formato y contenido del output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 de Prueba para el Agente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669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@doc-generator genera el changelog de los últimos 5 commits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@doc-generator documenta todas las funciones del archivo src/api/users.py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5669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@doc-generator crea un ADR para la decisión de usar 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5669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@doc-generator actualiza el README con la estructura actual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669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@doc-generator genera la documentación de la API REST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 6: Deploy y Próximos Pasos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del Agent al Repositorio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.github/agents/doc-generator.agent.md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'feat(agents): add documentation agent'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299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 en GitHub.com que el agente aparece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443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Probar asignando un issue a Copilot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Agentes a Crear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Review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536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 PRs automáticamente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 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Generation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tests automáticos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6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 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547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complejos multi-agentes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y Referencias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Docs: Custom Agents Configuration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Awesome Copilot: Repositorio community de agentes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Custom Agents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MCP Server (Model Context Protocol)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 oficial: github.com/copilot/agents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F6FEB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¿Preguntas? Usa el repositorio de ejemplos: github.com/kia/copilot-agents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 Custom Agents • KIA Iberia • Devoteam • Abril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Taller: Custom Agents en GitHub Copilot</dc:title>
  <dc:subject>PptxGenJS Presentation</dc:subject>
  <dc:creator>Devoteam</dc:creator>
  <cp:lastModifiedBy>Devoteam</cp:lastModifiedBy>
  <cp:revision>1</cp:revision>
  <dcterms:created xsi:type="dcterms:W3CDTF">2026-04-08T16:47:37Z</dcterms:created>
  <dcterms:modified xsi:type="dcterms:W3CDTF">2026-04-08T16:47:37Z</dcterms:modified>
</cp:coreProperties>
</file>